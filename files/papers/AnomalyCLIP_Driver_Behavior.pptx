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AnomalyCLIP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3152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Distracted Driver Behavior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Vision-Language Models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657600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to Video Anomaly Recognition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learnopencv.com/anomalyclip-video-anomaly-recognition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612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Problem: Video Anomaly Detection vs Recognition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8229600" cy="402336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367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5727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Foundation: What is CLIP?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048256"/>
            <a:ext cx="8229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1226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04825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AnomalyCLIP: How It Works (Step by Step)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523744"/>
            <a:ext cx="8229600" cy="402336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8775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Our Use Case: Distracted Driver Behavior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2999232"/>
            <a:ext cx="8229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632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2999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Preparing Your Data for Training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57200" y="3474720"/>
            <a:ext cx="8229600" cy="402336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3872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34747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Training Pipeline &amp; Configuration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57200" y="3950208"/>
            <a:ext cx="8229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1421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5840" y="39502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Code Walkthrough: Extraction → Inference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457200" y="4425696"/>
            <a:ext cx="8229600" cy="402336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9704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05840" y="442569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Key Takeaways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Video Anomaly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rare, abnormal events in video — like accidents, fighting, or theft — amidst hours of normal footage.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9344"/>
            <a:ext cx="19659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One-Class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normal only.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different = anomaly.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uncommon-but-normal events.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609344"/>
            <a:ext cx="19659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frame &amp; compare.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 complex real-world scenes.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609344"/>
            <a:ext cx="19659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Supervised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annotations.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but imagine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200K+ frames manually!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5544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1609344"/>
            <a:ext cx="19659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 Supervised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Video-level labels only.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MIL to find key segments.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binary: anomaly or not.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 These methods detect anomalies but can't tell you WHAT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vs Recognition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VAD — Detection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there an anomaly in this video?"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Binary  →  Normal / Anomaly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Dashcam feed → "Anomaly detected!"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detail on what happened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28600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46320" y="10058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 — Recognition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specific anomaly occurred?"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21031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Multi-class  →  Named behavior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Dashcam feed → "Texting while driving"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 insight for safety systems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AnomalyCLIP is the first framework to achieve VAR under weak supervision using vision-language models.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Foundation: What is CLIP?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Language-Image Pre-training (OpenAI, 2021)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learns a shared embedding space where images and text descriptions live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114800" cy="65836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Encoder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video frames into 512-dim feature vectors using ViT-B/16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4114800" cy="65836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Encoder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prompts like "a photo of texting" into the same 512-dim space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4114800" cy="65836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image-text pairs are pulled close; mismatched pairs pushed apart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0" y="1280160"/>
            <a:ext cx="3749040" cy="3291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4"/>
          <p:cNvSpPr/>
          <p:nvPr/>
        </p:nvSpPr>
        <p:spPr>
          <a:xfrm>
            <a:off x="521208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Embedding Space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577840" y="2011680"/>
            <a:ext cx="1280160" cy="91440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566928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132320" y="2011680"/>
            <a:ext cx="1280160" cy="914400"/>
          </a:xfrm>
          <a:prstGeom prst="ellipse">
            <a:avLst/>
          </a:prstGeom>
          <a:solidFill>
            <a:srgbClr val="F97316">
              <a:alpha val="7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0" y="2240280"/>
            <a:ext cx="73152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9436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Matched pairs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here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21208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Raw CLIP can't distinguish subtle anomaly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— all abnormal events cluster too closely together.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AnomalyCLIP fixes.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AnomalyCLIP: The Big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innovations that transform CLIP for anomaly recognition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Re-center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Feature Space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a "normality prototype" from every frame embedding.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re-centering: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Magnitude = how abnormal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Direction = which anomaly type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Selector Model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(Semantic MIL)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10312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Multiple Instance Learning to pick the most and least abnormal segments in a video.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anomaly directions via CoOp prompt tuning.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72200" y="123444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234440"/>
            <a:ext cx="26974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Temporal Model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(Axial Transformer)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10312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time awareness — anomalies are patterns across frames, not single frames.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attention: efficient, avoids overfitting.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CLIP encodes frames &amp; text → Re-center → Selector picks key segments → Temporal refines → Anomaly class predicted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Re-centering the Feature Space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Normality Prototype (m)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average CLIP embedding of ALL normal frames in the training set. This becomes the "center of normal."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mean( CLIP_encode(normal_frames) 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new frame: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x = CLIP_encode(frame) − 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x is centered at the origin.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914400"/>
            <a:ext cx="365760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Re-centering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2240280"/>
            <a:ext cx="182880" cy="1828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3258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77840" y="1645920"/>
            <a:ext cx="457200" cy="457200"/>
          </a:xfrm>
          <a:prstGeom prst="ellipse">
            <a:avLst/>
          </a:prstGeom>
          <a:solidFill>
            <a:srgbClr val="6366F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508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98080" y="2834640"/>
            <a:ext cx="457200" cy="457200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3291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0" y="292608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9728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After re-centering, the direction a frame points tells you what kind of distraction it is,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distance from the origin tells you how severe the distraction 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2 &amp; 3: Selector + Temporal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Selector Model  (Semantic MIL)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"anomalous" videos are mostly normal frames. The model needs to find the important ones.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Multiple Instance Learning (MIL):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 all segments by anomaly likelihood
• Top-K segments = most abnormal
• Bottom-K segments = most normal
• Learn from this contrast
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CoOp prompt learning to create text-based direction vectors for each anomaly class.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Model  (Axial Transformer)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Selector judges frames independently — but distracted driving is a pattern over time.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Axial Transformer: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Attention along ONE axis at a time
  (frames within segments, then across segments)
• Captures short-term + long-term patterns
• Efficient: less computation than full attention
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driver gradually looking down → texting is a temporal pattern the Selector alone would miss.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Frames  →  CLIP Encoder  →  Re-center  →  Selector (Top-K / Bottom-K)  →  Temporal Transformer  →  Anomaly Class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Training: The Multi-Loss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AnomalyCLIP uses 7 loss functions together — each serves a specific purpose: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L_DIR (Anomaly)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top-K segments toward their correct anomaly direction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92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L+ (Anomaly)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 classifies anomaly segments correctly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 (Anomaly)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276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Bottom-K segments in anomaly videos should look normal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276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60904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60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L_DIR (Normal)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660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segments in normal videos should have low anomaly scores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660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44952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L+ (Normal)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044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of normal videos should still be classified as normal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3044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L_sparsity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frames should be flagged — anomalies are rare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13048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L_smoothness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3813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frames should have similar scores — no wild jumps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3813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61688"/>
            <a:ext cx="320040" cy="32004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51560" y="4270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many losses?  With only video-level labels (weak supervision), you need multiple constraints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guide the model — otherwise it could cheat by predicting everything as normal.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Application: Distracted Driver Behavior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"safe" vs "unsafe", we recognize the EXACT distraction type.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3716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 Texting While Driving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0116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 Talking on Phone (Handheld)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26517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   Eating or Drinking While Driving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3291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 Drowsy / Fatigued Driving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" y="39319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 Looking Away / Rubbernecking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137160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92040" y="13716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🤚   Reaching for Object in Vehicle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201168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92040" y="20116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💄   Grooming (Makeup, Shaving, etc.)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265176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26517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 Adjusting Radio / Infotainment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3291840"/>
            <a:ext cx="4023360" cy="530352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92040" y="3291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🚬   Smoking While Driving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3931920"/>
            <a:ext cx="4023360" cy="53035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92040" y="39319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Normal / Attentive Driving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become the class labels in our AnomalyCLIP training config — replacing UCF-Crime categories.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Preparing Your Data for 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Collect &amp; Organize Videos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 structure: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normal/   ← attentive driving clips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anomaly/  ← distracted clips by type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normal/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anomaly/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each video at the video level only.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frame-by-frame annotation needed!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68680"/>
            <a:ext cx="411480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05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Create Label &amp; Split Files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417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labels.txt (one per line):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Phone_Call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Eating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Drowsy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Looking_Away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Reaching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Grooming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Radio_Adjust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Smoking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Normal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train_list.txt &amp; test_list.txt: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path/video.mp4  label_id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8503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63240"/>
            <a:ext cx="8503920" cy="45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3: Extract CLIP Features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" y="3611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features from every video using CLIP ViT-B/16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clip, torch, cv2, numpy as np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model, preprocess = clip.load("ViT-B/16", device="cuda")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video_path in all_videos: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frames = sample_frames(video_path, num_segments=32, seg_length=16)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features = model.encode_image(preprocess(frames))  # [T, 512]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np.save(video_path.replace('.mp4', '.npy'), features.cpu().numpy())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Pipeline &amp;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389120" cy="3840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Config (driver_behavior.yaml)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arch: "ViT-B/16"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n_ctx: 8              # learnable context tokens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num_segments: 32      # segments per video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seg_length: 16        # frames per segment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num_topk: 3           # top-K for MIL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num_bottomk: 3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temporal_module: "axial"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feature_size: 512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normal_id: 9          # index of "Normal"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labels_file: "labels_driver.txt"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train_list: "train_list.txt"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test_list: "test_list.txt"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epochs: 50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lr: 1e-4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batch_size: 16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optimizer: "adam"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3533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pre-extracted .npy features for all training videos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77393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7465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normality prototype (m) by averaging all normal video features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167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Selector with CoOp prompts for each distraction class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6151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Axial Transformer (temporal model)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303580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008376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epoch: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Sample batch of normal + anomaly videos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Re-center features (subtract m)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Selector picks Top-K &amp; Bottom-K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Temporal model refines scores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Compute all 7 losses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Backpropagate &amp; update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46177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4590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 checkpoint based on validation AUC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clip, torch, cv2, numpy as np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 import transforms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CLIP model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= "cuda" if torch.cuda.is_available() else "cpu"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model, _ = clip.load("ViT-B/16", device=device)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CLIP preprocessing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 = transforms.Compose([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transforms.Resize(224),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transforms.CenterCrop(224),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transforms.Normalize(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mean=(0.48145466, 0.4578275, 0.40821073),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std=(0.26862954, 0.26130258, 0.27577711)),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extract_features(video_path, fps_sample=2):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"""Extract CLIP features from a dashcam video."""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cv2.VideoCapture(video_path)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fps = cap.get(cv2.CAP_PROP_FPS)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 = max(1, int(fps / fps_sample))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frames, idx = [], 0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cap.isOpened():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ret, frame = cap.read()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ret: break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idx % interval == 0: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frame_rgb = cv2.cvtColor(frame, cv2.COLOR_BGR2RGB)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tensor = torch.tensor(frame_rgb).permute(2,0,1).float()/255.0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frames.append(preprocess(tensor))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idx += 1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cap.release()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 = torch.stack(frames).to(device)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features = model.encode_image(batch)  # [T, 512]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features.cpu().numpy()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features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 = extract_features("dashcam_clip_001.mp4")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np.save("dashcam_clip_001.npy", feats)  # Shape: [num_frames, 512]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CLIP Feature Extraction from Dashcam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numpy as np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anomalyclip.model import AnomalyCLIP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--- 1. Define your distraction classes ---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"Texting", "Phone_Call", "Eating", "Drowsy",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"Looking_Away", "Reaching", "Grooming",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"Radio_Adjust", "Smoking", "Normal"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NORMAL_ID = 9  # index of "Normal"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--- 2. Build model with same config as training ---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AnomalyCLIP(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arch="ViT-B/16", n_ctx=8, num_segments=32,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seg_length=16, num_topk=3, num_bottomk=3,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temporal_module="axial", feature_size=512,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labels_file="labels_driver.txt", normal_id=NORMAL_ID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).to("cuda").eval()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--- 3. Load trained checkpoint ---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ckpt = torch.load("best_driver_model.pth", map_location="cuda")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net.load_state_dict(ckpt["net"], strict=False)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--- 4. Load pre-extracted features ---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 = np.load("dashcam_clip_001.npy")             # [T, 512]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 = torch.tensor(feats).unsqueeze(0).unsqueeze(0).cuda()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ncentroid = np.load("normal_centroid.npy")           # [512]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--- 5. Run inference ---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= net(feats, ncentroid=ncentroid)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output["anomaly_scores"]    # per-frame anomaly score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probs  = output["class_probs"]       # per-frame class probs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--- 6. Majority vote for video-level prediction ---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probs.argmax(dim=-1).cpu().numpy().flatten()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abnormal = preds[scores.cpu().numpy().flatten() &gt; 0.5]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len(abnormal) &gt; 0: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collections import Counter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vote = Counter(abnormal).most_common(1)[0][0]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print(f"Detected: {LABELS[vote]}")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print("Detected: Normal / Attentive Driving")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Running Inference on Dashcam Video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Computing the Normality Centroid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"center of normal" that all features are re-centered around.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3774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glob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Collect ALL normal training video features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normal_feats = []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npy_path in glob.glob("data/train/normal/*.npy"):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feats = np.load(npy_path)  # [T, 512]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normal_feats.append(feats)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Stack and compute mean across ALL normal frames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all_normal = np.concatenate(normal_feats, axis=0)  # [total_frames, 512]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 = all_normal.mean(axis=0)                   # [512]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Normalize (optional but recommended)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 = centroid / np.linalg.norm(centroid)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for use during training and inference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np.save("normal_centroid.npy", centroid)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print(f"Centroid shape: {centroid.shape}")  # (512,)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Tips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4160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at least 100+ normal driving clips for a robust centroid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Ensure diverse conditions: day/night, rain/sun, highway/city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Recompute centroid when adding significantly new training data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418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8686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AnomalyCLIP bridges CLIP's vision-language power with video anomaly recognition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904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Re-centering features around a normality prototype is the core innovation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1965960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3911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19659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(MIL) + Temporal (Axial Transformer) work together for robust detection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57200" y="25146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8775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5146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video-level labels needed — no expensive frame-by-frame annotation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57200" y="3063240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36392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0632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driver safety: we replace generic anomaly classes with specific distractions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457200" y="36118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685032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36118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prep: collect dashcam clips, extract CLIP features, compute normal centroid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233672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1560" y="41605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results on UCF-Crime, ShanghaiTech, and XD-Violence datasets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1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learnopencv.com/anomalyclip-video-anomaly-recognition  |  Paper: Zanella et al. (2024)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788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Clone the AnomalyCLIP repo and set up your environment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3172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Collect and label your dashcam dataset (video-level labels)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557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 CLIP features and compute the normality centroid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9410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Customize the YAML config with your distraction classes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43251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Train, evaluate, and iterate on your model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0" y="4709160"/>
            <a:ext cx="36576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AnomalyCLIP for Distracted Driver Behavior Recognition</dc:title>
  <dc:subject>PptxGenJS Presentation</dc:subject>
  <dc:creator>Mercy Nyamusi</dc:creator>
  <cp:lastModifiedBy>Mercy Nyamusi</cp:lastModifiedBy>
  <cp:revision>1</cp:revision>
  <dcterms:created xsi:type="dcterms:W3CDTF">2026-02-20T17:42:33Z</dcterms:created>
  <dcterms:modified xsi:type="dcterms:W3CDTF">2026-02-20T17:42:33Z</dcterms:modified>
</cp:coreProperties>
</file>